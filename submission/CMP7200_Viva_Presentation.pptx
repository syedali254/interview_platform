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This project asks whether an AI system that scores job interviews</a:t>
            </a:r>
          </a:p>
          <a:p>
            <a:r>
              <a:t>can be made accountable for how reliable its own scores are.</a:t>
            </a:r>
          </a:p>
          <a:p/>
          <a:p>
            <a:r>
              <a:t>The short version of what I found: the judge ranks answers almost perfectly,</a:t>
            </a:r>
          </a:p>
          <a:p>
            <a:r>
              <a:t>but calibrates them badly, and the per-criterion breakdown I designed as an</a:t>
            </a:r>
          </a:p>
          <a:p>
            <a:r>
              <a:t>explanation does not decompose the way I claimed. Both defects were found by my</a:t>
            </a:r>
          </a:p>
          <a:p>
            <a:r>
              <a:t>own evaluation, in my own system, and both are in the report as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Automated interview tools screen millions of candidates. The commercial case is</a:t>
            </a:r>
          </a:p>
          <a:p>
            <a:r>
              <a:t>real: they are consistent in a way tired human panels are not.</a:t>
            </a:r>
          </a:p>
          <a:p/>
          <a:p>
            <a:r>
              <a:t>But consistency is not accuracy. In 2019 EPIC challenged HireVue over facial</a:t>
            </a:r>
          </a:p>
          <a:p>
            <a:r>
              <a:t>analysis it called unvalidated and opaque. HireVue dropped the video scoring in</a:t>
            </a:r>
          </a:p>
          <a:p>
            <a:r>
              <a:t>2021 and kept scoring speech. The underlying problem survived: a number, and no</a:t>
            </a:r>
          </a:p>
          <a:p>
            <a:r>
              <a:t>explanation.</a:t>
            </a:r>
          </a:p>
          <a:p/>
          <a:p>
            <a:r>
              <a:t>Langer and colleagues show candidates rate these processes as markedly less</a:t>
            </a:r>
          </a:p>
          <a:p>
            <a:r>
              <a:t>fair, worst where no explanation is given, and are then less likely to accept</a:t>
            </a:r>
          </a:p>
          <a:p>
            <a:r>
              <a:t>an offer. So the explanation problem is commercial as well as ethical.</a:t>
            </a:r>
          </a:p>
          <a:p/>
          <a:p>
            <a:r>
              <a:t>And the EU AI Act now classes hiring software as high-risk. Note what it asks:</a:t>
            </a:r>
          </a:p>
          <a:p>
            <a:r>
              <a:t>not that a model be unbiased, which is unachievable, but that bias be tested</a:t>
            </a:r>
          </a:p>
          <a:p>
            <a:r>
              <a:t>for, documented and overseen. That is a design brief, and it is the one I took.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CV and a job advert go in. The system maps both onto ESCO, the EU skills</a:t>
            </a:r>
          </a:p>
          <a:p>
            <a:r>
              <a:t>taxonomy, and works out which required skills the candidate has not evidenced.</a:t>
            </a:r>
          </a:p>
          <a:p/>
          <a:p>
            <a:r>
              <a:t>It writes the interview and reorders it so the missing skills are asked first,</a:t>
            </a:r>
          </a:p>
          <a:p>
            <a:r>
              <a:t>because every interview has a time budget and a question that falls off the end</a:t>
            </a:r>
          </a:p>
          <a:p>
            <a:r>
              <a:t>is never asked.</a:t>
            </a:r>
          </a:p>
          <a:p/>
          <a:p>
            <a:r>
              <a:t>The interview runs by voice or by text. Both produce an identical transcript, so</a:t>
            </a:r>
          </a:p>
          <a:p>
            <a:r>
              <a:t>nothing downstream knows which ran.</a:t>
            </a:r>
          </a:p>
          <a:p/>
          <a:p>
            <a:r>
              <a:t>Afterwards the transcript is paired into exchanges, greetings are dropped so</a:t>
            </a:r>
          </a:p>
          <a:p>
            <a:r>
              <a:t>they cannot dilute the average, every real answer is scored twice, behaviour is</a:t>
            </a:r>
          </a:p>
          <a:p>
            <a:r>
              <a:t>checked, and everything is fused into a report that shows its working.</a:t>
            </a:r>
          </a:p>
          <a:p/>
          <a:p>
            <a:r>
              <a:t>The point to land: each module has one job and a declared input and output, so</a:t>
            </a:r>
          </a:p>
          <a:p>
            <a:r>
              <a:t>any one can be replaced without disturbing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slide, so you can see where the AI actually is.</a:t>
            </a:r>
          </a:p>
          <a:p/>
          <a:p>
            <a:r>
              <a:t>Three modules call a language model: reading the documents, writing the</a:t>
            </a:r>
          </a:p>
          <a:p>
            <a:r>
              <a:t>questions, and scoring the answers. That is Gemini 3.6 Flash in every case.</a:t>
            </a:r>
          </a:p>
          <a:p/>
          <a:p>
            <a:r>
              <a:t>Two run trained vision models entirely inside the browser — MediaPipe face and</a:t>
            </a:r>
          </a:p>
          <a:p>
            <a:r>
              <a:t>pose landmarkers. The video never leaves the candidate's machine. Only derived</a:t>
            </a:r>
          </a:p>
          <a:p>
            <a:r>
              <a:t>numbers cross the network.</a:t>
            </a:r>
          </a:p>
          <a:p/>
          <a:p>
            <a:r>
              <a:t>One trains itself: the Isolation Forest for behavioural integrity fits a model</a:t>
            </a:r>
          </a:p>
          <a:p>
            <a:r>
              <a:t>of normal interaction on first run, because labelled examples of cheating are</a:t>
            </a:r>
          </a:p>
          <a:p>
            <a:r>
              <a:t>not something anyone can ethically collect.</a:t>
            </a:r>
          </a:p>
          <a:p/>
          <a:p>
            <a:r>
              <a:t>And the skill graph deliberately uses no machine learning at all. ESCO is</a:t>
            </a:r>
          </a:p>
          <a:p>
            <a:r>
              <a:t>already a curated hierarchy; learning embeddings over a documented structure</a:t>
            </a:r>
          </a:p>
          <a:p>
            <a:r>
              <a:t>would add opacity and remove the property that makes it defensible — that every</a:t>
            </a:r>
          </a:p>
          <a:p>
            <a:r>
              <a:t>edge traces to a published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idea, and it comes straight out of the literature.</a:t>
            </a:r>
          </a:p>
          <a:p/>
          <a:p>
            <a:r>
              <a:t>Stureborg and colleagues showed LLM judges are positionally biased: change the</a:t>
            </a:r>
          </a:p>
          <a:p>
            <a:r>
              <a:t>order the rubric criteria are presented in and the score changes. Most people</a:t>
            </a:r>
          </a:p>
          <a:p>
            <a:r>
              <a:t>cite that as a reason not to trust LLM judges.</a:t>
            </a:r>
          </a:p>
          <a:p/>
          <a:p>
            <a:r>
              <a:t>I read it as a specification. If the score depends on presentation order, then</a:t>
            </a:r>
          </a:p>
          <a:p>
            <a:r>
              <a:t>score the same answer twice under two different orders. Averaging cancels the</a:t>
            </a:r>
          </a:p>
          <a:p>
            <a:r>
              <a:t>order-specific component.</a:t>
            </a:r>
          </a:p>
          <a:p/>
          <a:p>
            <a:r>
              <a:t>But the average is not the interesting output. The disagreement is. Eighty-two</a:t>
            </a:r>
          </a:p>
          <a:p>
            <a:r>
              <a:t>and eighty-one means the judge is sure. Seventy-one and forty-five means it is</a:t>
            </a:r>
          </a:p>
          <a:p>
            <a:r>
              <a:t>not — and the mean of fifty-eight hides that completely.</a:t>
            </a:r>
          </a:p>
          <a:p/>
          <a:p>
            <a:r>
              <a:t>So the spread is kept, banded high, moderate or low, and a low-consistency</a:t>
            </a:r>
          </a:p>
          <a:p>
            <a:r>
              <a:t>answer is escalated to a human instead of being reported as a confident score.</a:t>
            </a:r>
          </a:p>
          <a:p/>
          <a:p>
            <a:r>
              <a:t>That is the whole claim: not that the model is unbiased, but that when it is</a:t>
            </a:r>
          </a:p>
          <a:p>
            <a:r>
              <a:t>unsure, the system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Research: build the artefact, then measure it, and let the</a:t>
            </a:r>
          </a:p>
          <a:p>
            <a:r>
              <a:t>measurement change the build. Three cycles, each ended by a measurement that</a:t>
            </a:r>
          </a:p>
          <a:p>
            <a:r>
              <a:t>contradicted something I had assumed.</a:t>
            </a:r>
          </a:p>
          <a:p/>
          <a:p>
            <a:r>
              <a:t>The evaluation itself needed a corpus where the right answer was known. I could</a:t>
            </a:r>
          </a:p>
          <a:p>
            <a:r>
              <a:t>not use real candidates — no ethics approval, and the data does not exist. So</a:t>
            </a:r>
          </a:p>
          <a:p>
            <a:r>
              <a:t>answers were written to a specified quality level: weak, medium, strong. That</a:t>
            </a:r>
          </a:p>
          <a:p>
            <a:r>
              <a:t>gives ground truth for rank order, which is what the judge is being tested on.</a:t>
            </a:r>
          </a:p>
          <a:p/>
          <a:p>
            <a:r>
              <a:t>Five experiments. Does it separate quality levels. Does presentation order move</a:t>
            </a:r>
          </a:p>
          <a:p>
            <a:r>
              <a:t>the score. Does rewording the question move it. Do the four criteria measure</a:t>
            </a:r>
          </a:p>
          <a:p>
            <a:r>
              <a:t>different things. Does padding an answer raise its score.</a:t>
            </a:r>
          </a:p>
          <a:p/>
          <a:p>
            <a:r>
              <a:t>And one honest constraint worth stating: eighteen graded answers is a small</a:t>
            </a:r>
          </a:p>
          <a:p>
            <a:r>
              <a:t>corpus. Sixty-eight API calls, run serially after I measured that six concurrent</a:t>
            </a:r>
          </a:p>
          <a:p>
            <a:r>
              <a:t>calls took longer than a hundred sequential ones would have. Every result you</a:t>
            </a:r>
          </a:p>
          <a:p>
            <a:r>
              <a:t>are about to see carries that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deck, and it is a defect in my own</a:t>
            </a:r>
          </a:p>
          <a:p>
            <a:r>
              <a:t>system.</a:t>
            </a:r>
          </a:p>
          <a:p/>
          <a:p>
            <a:r>
              <a:t>The good half. Spearman's rho of 0.92, p under ten to the minus seven. It almost</a:t>
            </a:r>
          </a:p>
          <a:p>
            <a:r>
              <a:t>never puts a worse answer above a better one. Cohen's d of 2.98 between strong</a:t>
            </a:r>
          </a:p>
          <a:p>
            <a:r>
              <a:t>and weak. As a ranking instrument it works.</a:t>
            </a:r>
          </a:p>
          <a:p/>
          <a:p>
            <a:r>
              <a:t>Now the defect. Look at the means. Weak answers average 53. Medium average 92.8.</a:t>
            </a:r>
          </a:p>
          <a:p>
            <a:r>
              <a:t>Strong average 98.3. The system calls anything at or above 70 a strong answer.</a:t>
            </a:r>
          </a:p>
          <a:p/>
          <a:p>
            <a:r>
              <a:t>So deliberately mediocre answers and genuinely excellent answers receive the</a:t>
            </a:r>
          </a:p>
          <a:p>
            <a:r>
              <a:t>same verdict. Quadratic weighted kappa is 0.56, and exact band agreement is only</a:t>
            </a:r>
          </a:p>
          <a:p>
            <a:r>
              <a:t>39 per cent — against a rank correlation of 0.92. That gap between rho and kappa</a:t>
            </a:r>
          </a:p>
          <a:p>
            <a:r>
              <a:t>is the finding: the ordering is sound, the thresholds are wrong.</a:t>
            </a:r>
          </a:p>
          <a:p/>
          <a:p>
            <a:r>
              <a:t>The practical consequence is concrete. These scores are usable for comparing two</a:t>
            </a:r>
          </a:p>
          <a:p>
            <a:r>
              <a:t>candidates against each other. They are not usable for deciding whether one</a:t>
            </a:r>
          </a:p>
          <a:p>
            <a:r>
              <a:t>candidate is good enough on their own. The report says exactly that, and Section</a:t>
            </a:r>
          </a:p>
          <a:p>
            <a:r>
              <a:t>8.3 proposes deriving thresholds from the observed distribution rather than</a:t>
            </a:r>
          </a:p>
          <a:p>
            <a:r>
              <a:t>assuming a 0 to 100 scale is used evenly.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more findings, one of which qualifies a claim I made in my own design</a:t>
            </a:r>
          </a:p>
          <a:p>
            <a:r>
              <a:t>chapter.</a:t>
            </a:r>
          </a:p>
          <a:p/>
          <a:p>
            <a:r>
              <a:t>Finding two, the halo effect. The judge is explicitly instructed to score four</a:t>
            </a:r>
          </a:p>
          <a:p>
            <a:r>
              <a:t>criteria independently. They correlate at a mean of 0.85, rising to 0.93 for</a:t>
            </a:r>
          </a:p>
          <a:p>
            <a:r>
              <a:t>clarity against relevance.</a:t>
            </a:r>
          </a:p>
          <a:p/>
          <a:p>
            <a:r>
              <a:t>Some correlation is legitimate — accurate answers do tend to be complete. But at</a:t>
            </a:r>
          </a:p>
          <a:p>
            <a:r>
              <a:t>this level the four scores are not carrying four pieces of information. The judge</a:t>
            </a:r>
          </a:p>
          <a:p>
            <a:r>
              <a:t>forms one overall impression and spreads it across the criteria. That is the</a:t>
            </a:r>
          </a:p>
          <a:p>
            <a:r>
              <a:t>classic halo effect from the human rating literature, and instructing a model</a:t>
            </a:r>
          </a:p>
          <a:p>
            <a:r>
              <a:t>against a known bias did not remove it.</a:t>
            </a:r>
          </a:p>
          <a:p/>
          <a:p>
            <a:r>
              <a:t>This matters because I defended the per-criterion breakdown in Chapter 4 as an</a:t>
            </a:r>
          </a:p>
          <a:p>
            <a:r>
              <a:t>explanation mechanism — telling a candidate which aspect fell short. If the four</a:t>
            </a:r>
          </a:p>
          <a:p>
            <a:r>
              <a:t>marks move together, it communicates one impression four times. Section 8.3</a:t>
            </a:r>
          </a:p>
          <a:p>
            <a:r>
              <a:t>proposes scoring each criterion in a separate call.</a:t>
            </a:r>
          </a:p>
          <a:p/>
          <a:p>
            <a:r>
              <a:t>Finding three is a null result and I report it as one. Mean spread between the</a:t>
            </a:r>
          </a:p>
          <a:p>
            <a:r>
              <a:t>two passes was 2.2 points. Seventeen of eighteen answers were highly consistent.</a:t>
            </a:r>
          </a:p>
          <a:p>
            <a:r>
              <a:t>The escalation path never fired.</a:t>
            </a:r>
          </a:p>
          <a:p/>
          <a:p>
            <a:r>
              <a:t>I could have quietly dropped that. Two readings are possible and my data cannot</a:t>
            </a:r>
          </a:p>
          <a:p>
            <a:r>
              <a:t>separate them: either the countermeasure works, or machine-written answers are</a:t>
            </a:r>
          </a:p>
          <a:p>
            <a:r>
              <a:t>just easy to score consistently. The one realistic partial answer I have — a</a:t>
            </a:r>
          </a:p>
          <a:p>
            <a:r>
              <a:t>candidate admitting they had not used Kubernetes — drew the widest disagreement</a:t>
            </a:r>
          </a:p>
          <a:p>
            <a:r>
              <a:t>of its session, ten points. That is weak evidence for the second reading, and it</a:t>
            </a:r>
          </a:p>
          <a:p>
            <a:r>
              <a:t>points at where the mechanism would earn its place: the ambiguous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I depart from the proposal, and I want to be direct about it.</a:t>
            </a:r>
          </a:p>
          <a:p/>
          <a:p>
            <a:r>
              <a:t>The proposal's headline contribution was a second scorer: a trained classifier</a:t>
            </a:r>
          </a:p>
          <a:p>
            <a:r>
              <a:t>to cross-check the language model. I built it. Then I measured it, and removed</a:t>
            </a:r>
          </a:p>
          <a:p>
            <a:r>
              <a:t>it.</a:t>
            </a:r>
          </a:p>
          <a:p/>
          <a:p>
            <a:r>
              <a:t>Three reasons. Its training labels came from the same language model it was</a:t>
            </a:r>
          </a:p>
          <a:p>
            <a:r>
              <a:t>meant to check, so agreement between them measures nothing about the world. A</a:t>
            </a:r>
          </a:p>
          <a:p>
            <a:r>
              <a:t>behavioural probe showed it keying on answer length rather than quality. And</a:t>
            </a:r>
          </a:p>
          <a:p>
            <a:r>
              <a:t>adding a second unvalidated scorer produces the appearance of robustness, not</a:t>
            </a:r>
          </a:p>
          <a:p>
            <a:r>
              <a:t>robustness.</a:t>
            </a:r>
          </a:p>
          <a:p/>
          <a:p>
            <a:r>
              <a:t>Removing it late felt like a retreat — it was the part that most looked like</a:t>
            </a:r>
          </a:p>
          <a:p>
            <a:r>
              <a:t>machine learning research. What changed my mind was realising I could not defend</a:t>
            </a:r>
          </a:p>
          <a:p>
            <a:r>
              <a:t>it if you asked me why that agreement meant anything. The evidence is preserved</a:t>
            </a:r>
          </a:p>
          <a:p>
            <a:r>
              <a:t>in Appendix E, and reporting the failure turned the weakest part of the project</a:t>
            </a:r>
          </a:p>
          <a:p>
            <a:r>
              <a:t>into one I can actually defend.</a:t>
            </a:r>
          </a:p>
          <a:p/>
          <a:p>
            <a:r>
              <a:t>Second change: the proposed wav2vec2 emotion classifier became prosodic analysis</a:t>
            </a:r>
          </a:p>
          <a:p>
            <a:r>
              <a:t>in the browser. Every component — projection, fluency, expression, composure —</a:t>
            </a:r>
          </a:p>
          <a:p>
            <a:r>
              <a:t>can be inspected. An emotion label from a black box cannot. In a project about</a:t>
            </a:r>
          </a:p>
          <a:p>
            <a:r>
              <a:t>explainability, that substitution improves coherence.</a:t>
            </a:r>
          </a:p>
          <a:p/>
          <a:p>
            <a:r>
              <a:t>Now the limitations, honestly. Eighteen answers is a small corpus. They were</a:t>
            </a:r>
          </a:p>
          <a:p>
            <a:r>
              <a:t>machine-written, not spoken by real candidates. No human rating study, so I have</a:t>
            </a:r>
          </a:p>
          <a:p>
            <a:r>
              <a:t>no external validity check on the judge. No demographic bias testing, because</a:t>
            </a:r>
          </a:p>
          <a:p>
            <a:r>
              <a:t>that needs exactly the data I avoided collecting. And single-session, no</a:t>
            </a:r>
          </a:p>
          <a:p>
            <a:r>
              <a:t>persistence — it is a research demonstrator.</a:t>
            </a:r>
          </a:p>
          <a:p/>
          <a:p>
            <a:r>
              <a:t>Against the EU AI Act: transparency and human oversight are well served.</a:t>
            </a:r>
          </a:p>
          <a:p>
            <a:r>
              <a:t>Record-keeping and demographic bias testing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close.</a:t>
            </a:r>
          </a:p>
          <a:p/>
          <a:p>
            <a:r>
              <a:t>Four contributions. A working platform that targets questions from a published</a:t>
            </a:r>
          </a:p>
          <a:p>
            <a:r>
              <a:t>taxonomy and delivers by voice or text. An empirical characterisation of an LLM</a:t>
            </a:r>
          </a:p>
          <a:p>
            <a:r>
              <a:t>judge in a deployed setting, separating rank-order validity from absolute</a:t>
            </a:r>
          </a:p>
          <a:p>
            <a:r>
              <a:t>calibration — which is where the leniency defect came from. A documented</a:t>
            </a:r>
          </a:p>
          <a:p>
            <a:r>
              <a:t>negative result on comparing a trained classifier against the judge that</a:t>
            </a:r>
          </a:p>
          <a:p>
            <a:r>
              <a:t>supplied its labels. And a reusable harness and test suite, both in the</a:t>
            </a:r>
          </a:p>
          <a:p>
            <a:r>
              <a:t>submission, so every number I have quoted can be regenerated.</a:t>
            </a:r>
          </a:p>
          <a:p/>
          <a:p>
            <a:r>
              <a:t>The wider claim is deliberately modest. Transparency in automated assessment is</a:t>
            </a:r>
          </a:p>
          <a:p>
            <a:r>
              <a:t>better served by making one scorer accountable — reporting what it did, how</a:t>
            </a:r>
          </a:p>
          <a:p>
            <a:r>
              <a:t>stable it was, and when a human should step in — than by adding a second scorer</a:t>
            </a:r>
          </a:p>
          <a:p>
            <a:r>
              <a:t>that cannot itself be validated. Redundancy without independent validation</a:t>
            </a:r>
          </a:p>
          <a:p>
            <a:r>
              <a:t>produces the appearance of robustness.</a:t>
            </a:r>
          </a:p>
          <a:p/>
          <a:p>
            <a:r>
              <a:t>The strongest evidence for that position is the thing I said at the start: the</a:t>
            </a:r>
          </a:p>
          <a:p>
            <a:r>
              <a:t>evaluation found two real defects in the artefact it was measuring. A system</a:t>
            </a:r>
          </a:p>
          <a:p>
            <a:r>
              <a:t>built to be examined can be shown to be wrong, and then corrected. That is worth</a:t>
            </a:r>
          </a:p>
          <a:p>
            <a:r>
              <a:t>more than a higher headline score from a system nobody can inspect.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78308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An Explainable Multi-Agent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AI Interview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2044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Skill-graph question targeting and a bias-mitigated</a:t>
            </a:r>
          </a:p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LLM-as-Judge evaluation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800600"/>
            <a:ext cx="10874959" cy="182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50749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Abdul Wahab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48640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CMP7200 Individual Master's Project    ·    Birmingham City University    ·    2025-26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 score, with no account of how it was reached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76272"/>
            <a:ext cx="182880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2996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2019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8568" y="2029968"/>
            <a:ext cx="91375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EPIC challenges HireVue over unvalidated facial analysis. Video scoring withdrawn in 2021; speech scoring continues.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36392"/>
            <a:ext cx="1828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99008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Unfair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2990088"/>
            <a:ext cx="91375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Candidates rate automated interviews as less fair, worst where no explanation is given — and are then less likely to accept an offer.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96512"/>
            <a:ext cx="1828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F4E79"/>
                </a:solidFill>
                <a:latin typeface="Calibri"/>
              </a:rPr>
              <a:t>2024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3950208"/>
            <a:ext cx="91375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The EU AI Act classes hiring as high-risk. It does not require an unbiased model. It requires that bias be tested for, documented and humanly overseen.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074920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285232"/>
            <a:ext cx="100519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So the question is not whether a model can score an interview answer. It plainly can.</a:t>
            </a:r>
          </a:p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It is whether it can be honest about how far each score should be trusted.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Thirteen modules, four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881" y="2011680"/>
            <a:ext cx="4045933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Prepare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806440"/>
            <a:ext cx="24901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read both documents, find the gaps, write the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107" y="5532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Interview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107" y="5806440"/>
            <a:ext cx="24901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voice or text, adapting as it goes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532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A4415"/>
                </a:solidFill>
                <a:latin typeface="Calibri"/>
              </a:rPr>
              <a:t>Assess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806440"/>
            <a:ext cx="24901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score every answer twice, check the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4587" y="5532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C3A8C"/>
                </a:solidFill>
                <a:latin typeface="Calibri"/>
              </a:rPr>
              <a:t>Report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14587" y="5806440"/>
            <a:ext cx="24901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fuse into a recommendation, with the working shown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MODULES AND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each part does, and what it runs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75104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M1 · M2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1975104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Read the CV and the job advert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93408" y="1975104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Gemini 3.6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M3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237744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Map skills onto ESCO, find the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2377440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NetworkX + ESCO v1.1.1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779776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277977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Write the questions, gaps asked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779776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Gemini 3.6 Flash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182112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8" y="318211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Run the interview by voice or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3182112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LiveKit · Deepgram Nova-3 · ElevenLabs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584448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A4415"/>
                </a:solidFill>
                <a:latin typeface="Calibri"/>
              </a:rPr>
              <a:t>M6 · M6a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2808" y="358444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Score each answer twice; track each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3584448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Gemini as judge, permuted rubric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86784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M7 · M8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3986784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Attention and posture, in the browser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986784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MediaPipe Face + Pose Landmarker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389120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A4415"/>
                </a:solidFill>
                <a:latin typeface="Calibri"/>
              </a:rPr>
              <a:t>M9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438912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Flag unusual session behaviour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389120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Isolation Forest, self-trained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791456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479145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Vocal delivery from pitch and pauses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4791456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Web Audio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193792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C3A8C"/>
                </a:solidFill>
                <a:latin typeface="Calibri"/>
              </a:rPr>
              <a:t>M11 · M12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92808" y="519379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Fuse the scores, write the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8" y="5193792"/>
            <a:ext cx="5315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Deterministic weighting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65099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5815584"/>
            <a:ext cx="101434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Video and audio are analysed on the candidate's own device. Only derived numbers ever cross the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scorer measures its own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Every answer is scored twice, with the four rubric criteria presented in a different order each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90088"/>
            <a:ext cx="182880" cy="54864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834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5A6B7B"/>
                </a:solidFill>
                <a:latin typeface="Calibri"/>
              </a:rPr>
              <a:t>The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834640"/>
            <a:ext cx="86803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cancels the component of the score caused by presentation order.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04488"/>
            <a:ext cx="1828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749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The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749040"/>
            <a:ext cx="86803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is the useful part. 82 and 81 is a stable judgement. 71 and 45 is not — and their mean of 58 conceals that entirely.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818888"/>
            <a:ext cx="1828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46634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F4E79"/>
                </a:solidFill>
                <a:latin typeface="Calibri"/>
              </a:rPr>
              <a:t>The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4663440"/>
            <a:ext cx="86803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low-consistency answers are escalated to a human rather than reported as confident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57800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504688"/>
            <a:ext cx="10051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The claim is not that the judge is unbiased. It is that when the judge is unsure, the system says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METHODOLOGY AND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Five controlled experiments on known-quality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11680"/>
            <a:ext cx="731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20116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Discriminant validity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2011680"/>
            <a:ext cx="723564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does it separate weak, medium and strong?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78608"/>
            <a:ext cx="731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578608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Positional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578608"/>
            <a:ext cx="723564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does the rubric order change the score?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45536"/>
            <a:ext cx="731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1455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Paraphrase invariance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145536"/>
            <a:ext cx="723564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does rewording the question change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712464"/>
            <a:ext cx="731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8" y="3712464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Criterion independence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712464"/>
            <a:ext cx="723564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do the four criteria measure different things?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279392"/>
            <a:ext cx="731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2793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Verbosity bias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4279392"/>
            <a:ext cx="723564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does padding an answer raise its score?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983480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846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B4530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824728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answers graded, written to a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specified quality level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41648" y="4983480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41648" y="51846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7952" y="5824728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API calls in total, run serially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after measuring concurrency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8" y="498348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4928" y="518464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E6B4F"/>
                </a:solidFill>
                <a:latin typeface="Calibri"/>
              </a:rPr>
              <a:t>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2" y="5824728"/>
            <a:ext cx="37307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automated tests, run to produce the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figure quoted in the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It ranks answers almost perfectly, and calibrates them badly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1284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1E6B4F"/>
                </a:solidFill>
                <a:latin typeface="Calibri"/>
              </a:rPr>
              <a:t>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52928"/>
            <a:ext cx="23591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Spearman's rho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it orders answers correctly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8728" y="201168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221284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9A4415"/>
                </a:solidFill>
                <a:latin typeface="Calibri"/>
              </a:rPr>
              <a:t>0.56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2852928"/>
            <a:ext cx="23591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quadratic weighted kappa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but the bands disagree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201168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21284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9A4415"/>
                </a:solidFill>
                <a:latin typeface="Calibri"/>
              </a:rPr>
              <a:t>39%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852928"/>
            <a:ext cx="23591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exact band agreement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against rho of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9448" y="2011680"/>
            <a:ext cx="219456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8" y="2212848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1E6B4F"/>
                </a:solidFill>
                <a:latin typeface="Calibri"/>
              </a:rPr>
              <a:t>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5752" y="2852928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Cohen's d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strong vs weak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11880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The defect, in one line of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6908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5A6B7B"/>
                </a:solidFill>
                <a:latin typeface="Calibri"/>
              </a:rPr>
              <a:t>Weak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12848" y="4178808"/>
            <a:ext cx="4019053" cy="109728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1727" y="4069080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 i="0">
                <a:solidFill>
                  <a:srgbClr val="5A6B7B"/>
                </a:solidFill>
                <a:latin typeface="Calibri"/>
              </a:rPr>
              <a:t>53.0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48970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9A4415"/>
                </a:solidFill>
                <a:latin typeface="Calibri"/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2848" y="4599432"/>
            <a:ext cx="7033342" cy="10972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61727" y="4489704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 i="0">
                <a:solidFill>
                  <a:srgbClr val="9A4415"/>
                </a:solidFill>
                <a:latin typeface="Calibri"/>
              </a:rPr>
              <a:t>92.8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103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Strong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5020056"/>
            <a:ext cx="7450414" cy="10972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1727" y="4910328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98.2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04688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6" y="5705856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The “strong” threshold is 70. Deliberately mediocre answers score 92.8 — so medium and strong receive the same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FINDINGS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rubric does not decompose — and an honest null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Finding 2  ·  Halo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1993392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F4E79"/>
                </a:solidFill>
                <a:latin typeface="Calibri"/>
              </a:rPr>
              <a:t>Finding 3  ·  Null result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00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9A4415"/>
                </a:solidFill>
                <a:latin typeface="Calibri"/>
              </a:rPr>
              <a:t>0.85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10128"/>
            <a:ext cx="20848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mean correlation between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the four rubric criteria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26700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9A4415"/>
                </a:solidFill>
                <a:latin typeface="Calibri"/>
              </a:rPr>
              <a:t>0.93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3310128"/>
            <a:ext cx="20848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highest pair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clarity / relevance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93408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26700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3310128"/>
            <a:ext cx="20848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mean spread between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the two scoring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9448" y="2468880"/>
            <a:ext cx="219456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9448" y="2670048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17/18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3310128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answers rated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highly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04164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Instructed to score them independently. It forms one impression and distributes it — so the breakdown</a:t>
            </a:r>
          </a:p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explains less than the design claimed.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404164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The escalation path never fired. Reported as a null result, not dressed up: either the countermeasure</a:t>
            </a:r>
          </a:p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works, or written answers are simply easy to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0720"/>
            <a:ext cx="10106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Both findings are defects in my own artefact, found by my own evaluation. That is the argument for instrumenting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CRITICAL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changed, what I removed, and what I cannot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Deviations from the proposal,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84848" y="1993392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What this project cannot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860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450592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Removed the trained classifier. Its labels came from the model it was meant to check, and a probe showed it keying on answer length. Evidence in Appendix 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49300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64992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Replaced the emotion classifier. Prosodic analysis in the browser instead — every component can be inspected; an emotion label cannot.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0740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279392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Added self-consistency measurement. Not in the proposal. It became the contribution.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4848" y="257860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95744" y="245059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18 answers, machine-written. Small corpus, and not real speech.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325526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5744" y="312724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human rating study. So no external check on the judge.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95744" y="3803904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demographic bias testing. It needs the data this project avoided collecting.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08576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95744" y="44805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Single session, no persistence. A demonstrator, not a product.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23560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97296"/>
            <a:ext cx="1010686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Every one of these changes came from a measurement that contradicted an assumption I had made.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67128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29968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working platform  skill-graph question targeting, voice and text delivery, and a report that shows its working.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53512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An empirical characterisation  of an LLM judge in a deployed setting, separating rank-order validity from absolute calibration.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739896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02736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documented negative result  on comparing a trained classifier against the judge that produced its own training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26280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389120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reusable harness and test suite  both submitted, so every number quoted here can be regenerated.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4632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074920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The evaluation found two real defects in the system it was measuring.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504688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A system built to be examined can be shown to be wrong, and then corrected. That is worth more than a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higher headline score from a system nobody can inspect.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Explainable Multi-Agent AI Interview Platform</dc:title>
  <dc:subject/>
  <dc:creator>Abdul Wahab</dc:creator>
  <cp:keywords/>
  <dc:description>generated using python-pptx</dc:description>
  <cp:lastModifiedBy>Abdul Wahab</cp:lastModifiedBy>
  <cp:revision>1</cp:revision>
  <dcterms:created xsi:type="dcterms:W3CDTF">2013-01-27T09:14:16Z</dcterms:created>
  <dcterms:modified xsi:type="dcterms:W3CDTF">2013-01-27T09:15:58Z</dcterms:modified>
  <cp:category/>
</cp:coreProperties>
</file>